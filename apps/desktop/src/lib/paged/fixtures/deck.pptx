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board, then take questions on the enterprise losses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Q2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3EA"/>
                </a:solidFill>
              </a:rPr>
              <a:t>Northgate Advisory · Board of Directors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Three things to take away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Q2 made target, and the growth is real.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Win rate is slipping in enterprise.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Half the pipeline is stale.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quarter in numbers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Measure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Won business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€10.58m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Deals won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143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Win rate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45%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Pipeline into Q3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8288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€43.3m open · 3.5× the target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Questions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tools/office-fixtures</dc:creator>
  <cp:lastModifiedBy>tools/office-fixtures</cp:lastModifiedBy>
  <cp:revision>1</cp:revision>
  <dcterms:created xsi:type="dcterms:W3CDTF">2026-09-16T19:41:43Z</dcterms:created>
  <dcterms:modified xsi:type="dcterms:W3CDTF">2026-09-16T19:41:43Z</dcterms:modified>
</cp:coreProperties>
</file>